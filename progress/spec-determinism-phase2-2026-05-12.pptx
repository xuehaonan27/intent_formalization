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"/>
            <a:ext cx="12191695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965960"/>
            <a:ext cx="10972800" cy="6858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3400" b="1" i="0">
                <a:solidFill>
                  <a:srgbClr val="00796B"/>
                </a:solidFill>
                <a:latin typeface="Aptos Display"/>
              </a:rPr>
              <a:t>spec-determinism Phase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154680"/>
            <a:ext cx="10972800" cy="32004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1800" b="0" i="0">
                <a:solidFill>
                  <a:srgbClr val="5F5F5F"/>
                </a:solidFill>
                <a:latin typeface="Aptos"/>
              </a:rPr>
              <a:t>View Registry -&gt; PR-G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730752"/>
            <a:ext cx="10972800" cy="2743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1400" b="0" i="0">
                <a:solidFill>
                  <a:srgbClr val="5F5F5F"/>
                </a:solidFill>
                <a:latin typeface="Aptos"/>
              </a:rPr>
              <a:t>Tianyu Chen ·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2900" b="1" i="0">
                <a:solidFill>
                  <a:srgbClr val="00796B"/>
                </a:solidFill>
                <a:latin typeface="Aptos Display"/>
              </a:rPr>
              <a:t>Problem Definition: Spec Determinism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868680"/>
            <a:ext cx="11064240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5257800" cy="34747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700" b="1" i="0">
                <a:solidFill>
                  <a:srgbClr val="00796B"/>
                </a:solidFill>
                <a:latin typeface="Aptos"/>
              </a:rPr>
              <a:t>Question (one spec, two candidate outputs)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" y="1764792"/>
            <a:ext cx="5257800" cy="2331720"/>
          </a:xfrm>
          <a:prstGeom prst="rect">
            <a:avLst/>
          </a:prstGeom>
          <a:solidFill>
            <a:srgbClr val="DA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28216"/>
            <a:ext cx="5257800" cy="2331720"/>
          </a:xfrm>
          <a:prstGeom prst="rect">
            <a:avLst/>
          </a:prstGeom>
          <a:solidFill>
            <a:srgbClr val="F1F1F6"/>
          </a:solidFill>
          <a:ln w="8890">
            <a:solidFill>
              <a:srgbClr val="BE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65376"/>
            <a:ext cx="4873752" cy="21305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urier New"/>
              </a:rPr>
              <a:t>Spec of fn f : X -&gt; T contributes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urier New"/>
              </a:rPr>
              <a:t>    P(x)     := requires clause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urier New"/>
              </a:rPr>
              <a:t>    Q(x, y)  := ensures clause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urier New"/>
              </a:rPr>
              <a:t>f is deterministic on x iff: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urier New"/>
              </a:rPr>
              <a:t>    forall x, y1, y2.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urier New"/>
              </a:rPr>
              <a:t>      P(x) &amp;&amp; Q(x, y1) &amp;&amp; Q(x, y2)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urier New"/>
              </a:rPr>
              <a:t>        ==&gt; equal_T(y1, y2)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urier New"/>
              </a:rPr>
              <a:t>Same P, Q; only the output is re-bound.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143000"/>
            <a:ext cx="5257800" cy="34747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700" b="1" i="0">
                <a:solidFill>
                  <a:srgbClr val="00796B"/>
                </a:solidFill>
                <a:latin typeface="Aptos"/>
              </a:rPr>
              <a:t>Generated proof obligation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91656" y="1764792"/>
            <a:ext cx="5257800" cy="2331720"/>
          </a:xfrm>
          <a:prstGeom prst="rect">
            <a:avLst/>
          </a:prstGeom>
          <a:solidFill>
            <a:srgbClr val="DA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728216"/>
            <a:ext cx="5257800" cy="2331720"/>
          </a:xfrm>
          <a:prstGeom prst="rect">
            <a:avLst/>
          </a:prstGeom>
          <a:solidFill>
            <a:srgbClr val="F1F1F6"/>
          </a:solidFill>
          <a:ln w="8890">
            <a:solidFill>
              <a:srgbClr val="BE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865376"/>
            <a:ext cx="4873752" cy="21305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urier New"/>
              </a:rPr>
              <a:t>proof fn check(x, y1, y2)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urier New"/>
              </a:rPr>
              <a:t>  requires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urier New"/>
              </a:rPr>
              <a:t>    P(x),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urier New"/>
              </a:rPr>
              <a:t>    Q(x, y1),   // ensures on y1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urier New"/>
              </a:rPr>
              <a:t>    Q(x, y2),   // ensures on y2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urier New"/>
              </a:rPr>
              <a:t>  ensures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urier New"/>
              </a:rPr>
              <a:t>    equal_T(y1, y2)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urier New"/>
              </a:rPr>
              <a:t>{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10332720" cy="1463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D2D2D"/>
                </a:solidFill>
                <a:latin typeface="Aptos"/>
              </a:rPr>
              <a:t>- There is only ONE ensures predicate Q; we re-bind its output to y1 and y2 to ask 'must they agree?'.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D2D2D"/>
                </a:solidFill>
                <a:latin typeface="Aptos"/>
              </a:rPr>
              <a:t>- equal_T is generated from the return type and equality policy, not from the spec text.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D2D2D"/>
                </a:solidFill>
                <a:latin typeface="Aptos"/>
              </a:rPr>
              <a:t>- Witness (counterexample to the implication) -&gt; spec leaves output dimensions unconstrained.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D2D2D"/>
                </a:solidFill>
                <a:latin typeface="Aptos"/>
              </a:rPr>
              <a:t>- verus_error -&gt; tool failed to express or check the obligation.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5989320"/>
            <a:ext cx="9372600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1300" b="1" i="1">
                <a:solidFill>
                  <a:srgbClr val="00796B"/>
                </a:solidFill>
                <a:latin typeface="Aptos"/>
              </a:rPr>
              <a:t>Determinism = Q is functional in y given P(x), up to type-directed spec equality equal_T.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92240"/>
            <a:ext cx="457200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800" b="0" i="0">
                <a:solidFill>
                  <a:srgbClr val="5F5F5F"/>
                </a:solidFill>
                <a:latin typeface="Aptos"/>
              </a:rPr>
              <a:t>spec-determinism 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45720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F5F5F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2900" b="1" i="0">
                <a:solidFill>
                  <a:srgbClr val="00796B"/>
                </a:solidFill>
                <a:latin typeface="Aptos Display"/>
              </a:rPr>
              <a:t>A1-A3: Three Problem Classes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868680"/>
            <a:ext cx="11064240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143000"/>
          <a:ext cx="106527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0920"/>
                <a:gridCol w="3550920"/>
                <a:gridCol w="3550920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Axis</a:t>
                      </a:r>
                    </a:p>
                  </a:txBody>
                  <a:tcPr>
                    <a:solidFill>
                      <a:srgbClr val="0079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What goes wrong</a:t>
                      </a:r>
                    </a:p>
                  </a:txBody>
                  <a:tcPr>
                    <a:solidFill>
                      <a:srgbClr val="0079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Failure shape</a:t>
                      </a:r>
                    </a:p>
                  </a:txBody>
                  <a:tcPr>
                    <a:solidFill>
                      <a:srgbClr val="00796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Aptos"/>
                        </a:rPr>
                        <a:t>A-1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Aptos"/>
                        </a:rPr>
                        <a:t>type has no View, or its View is missing fields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Aptos"/>
                        </a:rPr>
                        <a:t>verus_error / partial witness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Aptos"/>
                        </a:rPr>
                        <a:t>A-2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Aptos"/>
                        </a:rPr>
                        <a:t>equal-fn compares too much (runtime structure)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Aptos"/>
                        </a:rPr>
                        <a:t>spurious ok_with_witness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Aptos"/>
                        </a:rPr>
                        <a:t>A-3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Aptos"/>
                        </a:rPr>
                        <a:t>equal-fn uses wrong semantics for the variant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D2D2D"/>
                          </a:solidFill>
                          <a:latin typeface="Aptos"/>
                        </a:rPr>
                        <a:t>nested Result / Err mis-compare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3291840"/>
            <a:ext cx="10927080" cy="2468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2D2D2D"/>
                </a:solidFill>
                <a:latin typeface="Aptos"/>
              </a:rPr>
              <a:t>- Three axes correspond to the three things that can go wrong when we turn determinism into a verifiable obligation.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D2D2D"/>
                </a:solidFill>
                <a:latin typeface="Aptos"/>
              </a:rPr>
              <a:t>- A-1 is upstream: without a view we cannot even ask the question -- z3 sees opaque types and verification stalls.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D2D2D"/>
                </a:solidFill>
                <a:latin typeface="Aptos"/>
              </a:rPr>
              <a:t>- A-2 is the canonical false-positive shape: the spec is determinism-equivalent, but equal_T over-specifies, so z3 finds a wiggle.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D2D2D"/>
                </a:solidFill>
                <a:latin typeface="Aptos"/>
              </a:rPr>
              <a:t>- A-3 is structural: the equal-fn picks the wrong relation for a sum / nested type (e.g., comparing two Err payloads byte-for-byte when only the tag matters).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D2D2D"/>
                </a:solidFill>
                <a:latin typeface="Aptos"/>
              </a:rPr>
              <a:t>- The following slides walk one concrete example per axis (A-1: missing ghost view; A-2: runtime noise; A-3: nested Err).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5989320"/>
            <a:ext cx="9372600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1300" b="1" i="1">
                <a:solidFill>
                  <a:srgbClr val="00796B"/>
                </a:solidFill>
                <a:latin typeface="Aptos"/>
              </a:rPr>
              <a:t>Every witness/error we see falls into exactly one of A-1, A-2, A-3 -- that triage drives the fix.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92240"/>
            <a:ext cx="457200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800" b="0" i="0">
                <a:solidFill>
                  <a:srgbClr val="5F5F5F"/>
                </a:solidFill>
                <a:latin typeface="Aptos"/>
              </a:rPr>
              <a:t>spec-determinism Phase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45720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F5F5F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2900" b="1" i="0">
                <a:solidFill>
                  <a:srgbClr val="00796B"/>
                </a:solidFill>
                <a:latin typeface="Aptos Display"/>
              </a:rPr>
              <a:t>FP-B Example: Nested-Container View Uninterpretation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868680"/>
            <a:ext cx="11064240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5532120" cy="34747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700" b="1" i="0">
                <a:solidFill>
                  <a:srgbClr val="00796B"/>
                </a:solidFill>
                <a:latin typeface="Aptos"/>
              </a:rPr>
              <a:t>ironkv::clone_option_vec_u8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700784"/>
            <a:ext cx="5532120" cy="2788920"/>
          </a:xfrm>
          <a:prstGeom prst="rect">
            <a:avLst/>
          </a:prstGeom>
          <a:solidFill>
            <a:srgbClr val="DA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64208"/>
            <a:ext cx="5532120" cy="2788920"/>
          </a:xfrm>
          <a:prstGeom prst="rect">
            <a:avLst/>
          </a:prstGeom>
          <a:solidFill>
            <a:srgbClr val="F1F1F6"/>
          </a:solidFill>
          <a:ln w="8890">
            <a:solidFill>
              <a:srgbClr val="BE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801368"/>
            <a:ext cx="5148072" cy="2587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#[verifier::external_body]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pub fn clone_option_vec_u8(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    ov: Option&lt;&amp;Vec&lt;u8&gt;&gt;,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) -&gt; (res: Option&lt;Vec&lt;u8&gt;&gt;)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  ensures match ov {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    Some(e1) =&gt; res.is_some()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      &amp;&amp; e1@ == res.get_Some_0()@,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    None =&gt; res.is_None(),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  }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// codegen emits structural Vec eq: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spec fn equal(r1, r2) -&gt; bool {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  ((r1 is Some) == (r2 is Some))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  &amp;&amp; ((r1 is Some) ==&gt;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        r1-&gt;Some_0 == r2-&gt;Some_0)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9632" y="1078992"/>
            <a:ext cx="5440680" cy="34747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700" b="1" i="0">
                <a:solidFill>
                  <a:srgbClr val="00796B"/>
                </a:solidFill>
                <a:latin typeface="Aptos"/>
              </a:rPr>
              <a:t>Refined witness (7 assumes, post #14c)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6208" y="1700784"/>
            <a:ext cx="5440680" cy="2788920"/>
          </a:xfrm>
          <a:prstGeom prst="rect">
            <a:avLst/>
          </a:prstGeom>
          <a:solidFill>
            <a:srgbClr val="DA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664208"/>
            <a:ext cx="5440680" cy="2788920"/>
          </a:xfrm>
          <a:prstGeom prst="rect">
            <a:avLst/>
          </a:prstGeom>
          <a:solidFill>
            <a:srgbClr val="F1F1F6"/>
          </a:solidFill>
          <a:ln w="8890">
            <a:solidFill>
              <a:srgbClr val="BE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01368"/>
            <a:ext cx="5056632" cy="2587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assume(ov is Some);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assume(ov-&gt;Some_0@.len() == 0);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assume(r1 is Some); assume(r2 is Some);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assume(r1-&gt;Some_0@.len() == 0);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assume(r2-&gt;Some_0@.len() == 0);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assume(!equal(r1, r2));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// (A) structural Option&lt;Vec&gt; equal: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//    r1-&gt;Some_0 == r2-&gt;Some_0 ?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//    --&gt; z3 SAT  (spurious witness)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// (B) recurse: instantiate Option&lt;T&gt;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//     to inner Vec, compare views: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//    r1-&gt;Some_0@ == r2-&gt;Some_0@ ?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//    --&gt; z3 UNSAT  (FP gone)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23360"/>
            <a:ext cx="10927080" cy="18288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2D2D2D"/>
                </a:solidFill>
                <a:latin typeface="Aptos"/>
              </a:rPr>
              <a:t>- ensures forces r1@ == ov@ == r2@; the only freedom is the uninterpreted Vec eq inside Some.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D2D2D"/>
                </a:solidFill>
                <a:latin typeface="Aptos"/>
              </a:rPr>
              <a:t>- Z3 limitation: it does not peel Option&lt;Vec&lt;u8&gt;&gt; to its inner Vec on its own; lemma_vec_obeys_view_eq is not in the default broadcast group.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D2D2D"/>
                </a:solidFill>
                <a:latin typeface="Aptos"/>
              </a:rPr>
              <a:t>- Codegen does the peeling: recurse type_args, compare r1-&gt;Some_0@ instead of r1-&gt;Some_0. Same query -&gt; UNSAT, FP gone.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5989320"/>
            <a:ext cx="9372600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1300" b="1" i="1">
                <a:solidFill>
                  <a:srgbClr val="00796B"/>
                </a:solidFill>
                <a:latin typeface="Aptos"/>
              </a:rPr>
              <a:t>FP-B is a z3 type-reasoning gap; codegen has to peel Option&lt;Vec&gt; and compare views itself.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92240"/>
            <a:ext cx="457200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800" b="0" i="0">
                <a:solidFill>
                  <a:srgbClr val="5F5F5F"/>
                </a:solidFill>
                <a:latin typeface="Aptos"/>
              </a:rPr>
              <a:t>spec-determinism 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45720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F5F5F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2900" b="1" i="0">
                <a:solidFill>
                  <a:srgbClr val="00796B"/>
                </a:solidFill>
                <a:latin typeface="Aptos Display"/>
              </a:rPr>
              <a:t>Core Solution: View-Based Equal-Fn + Type Dependency Graph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868680"/>
            <a:ext cx="11064240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1783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- equal_T should compare spec views, not runtime structure -- runtime detail leaks implementation noise into determinism.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- atmosphere: every op points at a PageTable; we want equality modulo PageTable.view(), ignoring bit-allocation / arena layout.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- Per-function hand-written views do not scale -- need a repo-wide answer.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- Build a type dependency graph across the repo, attach a View to every node -&gt; equal_T = recursive walk of that graph.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108960"/>
            <a:ext cx="5532120" cy="34747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700" b="1" i="0">
                <a:solidFill>
                  <a:srgbClr val="00796B"/>
                </a:solidFill>
                <a:latin typeface="Aptos"/>
              </a:rPr>
              <a:t>Type dependency graph (repo-wide)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" y="3730752"/>
            <a:ext cx="5532120" cy="2331720"/>
          </a:xfrm>
          <a:prstGeom prst="rect">
            <a:avLst/>
          </a:prstGeom>
          <a:solidFill>
            <a:srgbClr val="DA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3694176"/>
            <a:ext cx="5532120" cy="2331720"/>
          </a:xfrm>
          <a:prstGeom prst="rect">
            <a:avLst/>
          </a:prstGeom>
          <a:solidFill>
            <a:srgbClr val="F1F1F6"/>
          </a:solidFill>
          <a:ln w="8890">
            <a:solidFill>
              <a:srgbClr val="BE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3831336"/>
            <a:ext cx="5148072" cy="21305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node : Verus type T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edge : T contains / refers to U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PageMapHost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  -&gt; tables: Map&lt;NodeId, PageTable&gt;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        -&gt; entries: Vec&lt;PageEntry&gt;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              -&gt; bits: u64    // runtime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              -&gt; mapped: Seq&lt;Frame&gt;  // spec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View attached at every node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  -&gt; bit-level diffs collapse;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     mapped Seq drives equality.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3108960"/>
            <a:ext cx="5440680" cy="34747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700" b="1" i="0">
                <a:solidFill>
                  <a:srgbClr val="00796B"/>
                </a:solidFill>
                <a:latin typeface="Aptos"/>
              </a:rPr>
              <a:t>How the graph turns into equal_T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91656" y="3730752"/>
            <a:ext cx="5440680" cy="2331720"/>
          </a:xfrm>
          <a:prstGeom prst="rect">
            <a:avLst/>
          </a:prstGeom>
          <a:solidFill>
            <a:srgbClr val="DA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3694176"/>
            <a:ext cx="5440680" cy="2331720"/>
          </a:xfrm>
          <a:prstGeom prst="rect">
            <a:avLst/>
          </a:prstGeom>
          <a:solidFill>
            <a:srgbClr val="F1F1F6"/>
          </a:solidFill>
          <a:ln w="8890">
            <a:solidFill>
              <a:srgbClr val="BE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3831336"/>
            <a:ext cx="5056632" cy="21305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equal_T(r1: T, r2: T) :=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  let v1 = T.view(r1);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  let v2 = T.view(r2);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  forall field f of T::V.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    equal_{type_of(f)}(v1.f, v2.f)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Recurse on each child type using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the same rule from the graph.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Leaf prims fall back to ==.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Missing view -&gt; synthesize or flag.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5989320"/>
            <a:ext cx="9372600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1300" b="1" i="1">
                <a:solidFill>
                  <a:srgbClr val="00796B"/>
                </a:solidFill>
                <a:latin typeface="Aptos"/>
              </a:rPr>
              <a:t>Per-function equal_T comes for free once every type in the repo has a view in the dependency graph.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92240"/>
            <a:ext cx="457200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800" b="0" i="0">
                <a:solidFill>
                  <a:srgbClr val="5F5F5F"/>
                </a:solidFill>
                <a:latin typeface="Aptos"/>
              </a:rPr>
              <a:t>spec-determinism 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45720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F5F5F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2900" b="1" i="0">
                <a:solidFill>
                  <a:srgbClr val="00796B"/>
                </a:solidFill>
                <a:latin typeface="Aptos Display"/>
              </a:rPr>
              <a:t>Implementation: Build The View Registry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868680"/>
            <a:ext cx="11064240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1554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2D2D2D"/>
                </a:solidFill>
                <a:latin typeface="Aptos"/>
              </a:rPr>
              <a:t>- The view registry is the concrete realization of the type dependency graph: a Type -&gt; View mapping populated in four layers.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D2D2D"/>
                </a:solidFill>
                <a:latin typeface="Aptos"/>
              </a:rPr>
              <a:t>- Resolution is layered: L1 is consulted first, then L2 alias expansion, then L3 project-defined impls, and L4 LLM-synthesized views fill remaining holes.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D2D2D"/>
                </a:solidFill>
                <a:latin typeface="Aptos"/>
              </a:rPr>
              <a:t>- Each layer has a different trust level -- L1/L3 are accepted as-is, L2 is purely mechanical, L4 must pass the guardrail pipeline before being merged.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788920"/>
          <a:ext cx="106527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190"/>
                <a:gridCol w="2663190"/>
                <a:gridCol w="2663190"/>
                <a:gridCol w="2663190"/>
              </a:tblGrid>
              <a:tr h="51206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Layer</a:t>
                      </a:r>
                    </a:p>
                  </a:txBody>
                  <a:tcPr>
                    <a:solidFill>
                      <a:srgbClr val="0079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Source</a:t>
                      </a:r>
                    </a:p>
                  </a:txBody>
                  <a:tcPr>
                    <a:solidFill>
                      <a:srgbClr val="0079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Example</a:t>
                      </a:r>
                    </a:p>
                  </a:txBody>
                  <a:tcPr>
                    <a:solidFill>
                      <a:srgbClr val="0079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Trust</a:t>
                      </a:r>
                    </a:p>
                  </a:txBody>
                  <a:tcPr>
                    <a:solidFill>
                      <a:srgbClr val="00796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Aptos"/>
                        </a:rPr>
                        <a:t>L1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Aptos"/>
                        </a:rPr>
                        <a:t>hand-coded prelude views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Aptos"/>
                        </a:rPr>
                        <a:t>Vec -&gt; Seq, HashMap -&gt; Map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Aptos"/>
                        </a:rPr>
                        <a:t>trusted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Aptos"/>
                        </a:rPr>
                        <a:t>L2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Aptos"/>
                        </a:rPr>
                        <a:t>type alias expansion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Aptos"/>
                        </a:rPr>
                        <a:t>Pcid = usize -&gt; reuse u64 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Aptos"/>
                        </a:rPr>
                        <a:t>trusted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Aptos"/>
                        </a:rPr>
                        <a:t>L3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Aptos"/>
                        </a:rPr>
                        <a:t>project impl View for T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Aptos"/>
                        </a:rPr>
                        <a:t>atmosphere PageTable -&gt; PageTableView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Aptos"/>
                        </a:rPr>
                        <a:t>trusted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Aptos"/>
                        </a:rPr>
                        <a:t>L4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Aptos"/>
                        </a:rPr>
                        <a:t>LLM-synthesized 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Aptos"/>
                        </a:rPr>
                        <a:t>structs with no existing 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2D2D"/>
                          </a:solidFill>
                          <a:latin typeface="Aptos"/>
                        </a:rPr>
                        <a:t>must pass guardrails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417320" y="5989320"/>
            <a:ext cx="9372600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1300" b="1" i="1">
                <a:solidFill>
                  <a:srgbClr val="00796B"/>
                </a:solidFill>
                <a:latin typeface="Aptos"/>
              </a:rPr>
              <a:t>Equal-fn generation only runs after every type reachable from the return value has a resolved view in this registry.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92240"/>
            <a:ext cx="457200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800" b="0" i="0">
                <a:solidFill>
                  <a:srgbClr val="5F5F5F"/>
                </a:solidFill>
                <a:latin typeface="Aptos"/>
              </a:rPr>
              <a:t>spec-determinism Phase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45720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F5F5F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2900" b="1" i="0">
                <a:solidFill>
                  <a:srgbClr val="00796B"/>
                </a:solidFill>
                <a:latin typeface="Aptos Display"/>
              </a:rPr>
              <a:t>L4 Guardrails: How We Accept LLM-Synthesized Views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868680"/>
            <a:ext cx="11064240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1417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2D2D2D"/>
                </a:solidFill>
                <a:latin typeface="Aptos"/>
              </a:rPr>
              <a:t>- Only L4 (LLM-synthesized) needs guardrails -- L1/L2/L3 are trusted by construction.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D2D2D"/>
                </a:solidFill>
                <a:latin typeface="Aptos"/>
              </a:rPr>
              <a:t>- Pipeline: synth -&gt; static lints M1-M4 -&gt; critic pass -&gt; cache (accept) / quarantine (suspect) / reject log -&gt; corpus rerun -&gt; diff baseline vs candidate.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D2D2D"/>
                </a:solidFill>
                <a:latin typeface="Aptos"/>
              </a:rPr>
              <a:t>- Rejected and quarantined views are kept as durable failure data (_rejected.jsonl), so a future lint can retroactively scan past candidates.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06040"/>
            <a:ext cx="5532120" cy="34747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700" b="1" i="0">
                <a:solidFill>
                  <a:srgbClr val="00796B"/>
                </a:solidFill>
                <a:latin typeface="Aptos"/>
              </a:rPr>
              <a:t>Pipeline stages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" y="3227832"/>
            <a:ext cx="5532120" cy="2834640"/>
          </a:xfrm>
          <a:prstGeom prst="rect">
            <a:avLst/>
          </a:prstGeom>
          <a:solidFill>
            <a:srgbClr val="DA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3191256"/>
            <a:ext cx="5532120" cy="2834640"/>
          </a:xfrm>
          <a:prstGeom prst="rect">
            <a:avLst/>
          </a:prstGeom>
          <a:solidFill>
            <a:srgbClr val="F1F1F6"/>
          </a:solidFill>
          <a:ln w="8890">
            <a:solidFill>
              <a:srgbClr val="BE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3328416"/>
            <a:ext cx="5148072" cy="2633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urier New"/>
              </a:rPr>
              <a:t>LLM synthesizes View candidate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urier New"/>
              </a:rPr>
              <a:t>  -&gt; static lints M1-M4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urier New"/>
              </a:rPr>
              <a:t>       (cheap syntactic checks)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urier New"/>
              </a:rPr>
              <a:t>  -&gt; critic pass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urier New"/>
              </a:rPr>
              <a:t>       (semantic / consistency)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urier New"/>
              </a:rPr>
              <a:t>  -&gt; cache OR quarantine OR reject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urier New"/>
              </a:rPr>
              <a:t>  -&gt; corpus rerun on the candidate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urier New"/>
              </a:rPr>
              <a:t>  -&gt; compare witnesses vs baseline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urier New"/>
              </a:rPr>
              <a:t>  -&gt; promote, hold, or roll 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606040"/>
            <a:ext cx="5440680" cy="34747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700" b="1" i="0">
                <a:solidFill>
                  <a:srgbClr val="00796B"/>
                </a:solidFill>
                <a:latin typeface="Aptos"/>
              </a:rPr>
              <a:t>Static lints M1-M4 (priority M3 &gt; M2 &gt; M4 &gt; M1)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91656" y="3227832"/>
            <a:ext cx="5440680" cy="2834640"/>
          </a:xfrm>
          <a:prstGeom prst="rect">
            <a:avLst/>
          </a:prstGeom>
          <a:solidFill>
            <a:srgbClr val="DA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3191256"/>
            <a:ext cx="5440680" cy="2834640"/>
          </a:xfrm>
          <a:prstGeom prst="rect">
            <a:avLst/>
          </a:prstGeom>
          <a:solidFill>
            <a:srgbClr val="F1F1F6"/>
          </a:solidFill>
          <a:ln w="8890">
            <a:solidFill>
              <a:srgbClr val="BE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3328416"/>
            <a:ext cx="5056632" cy="2633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urier New"/>
              </a:rPr>
              <a:t>M3  view body reads fields of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urier New"/>
              </a:rPr>
              <a:t>    external_body / opaque types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urier New"/>
              </a:rPr>
              <a:t>M2  extra @ piped through Ghost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urier New"/>
              </a:rPr>
              <a:t>    into non-viewable heads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urier New"/>
              </a:rPr>
              <a:t>M4  self-recursive V uses TView,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urier New"/>
              </a:rPr>
              <a:t>    but body emits bare self.f@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urier New"/>
              </a:rPr>
              <a:t>M1  field@ used on types that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2D2D2D"/>
                </a:solidFill>
                <a:latin typeface="Courier New"/>
              </a:rPr>
              <a:t>    have no registered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5989320"/>
            <a:ext cx="9372600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1300" b="1" i="1">
                <a:solidFill>
                  <a:srgbClr val="00796B"/>
                </a:solidFill>
                <a:latin typeface="Aptos"/>
              </a:rPr>
              <a:t>Generation is cheap; LLM views only enter the registry after passing lints, critic, and corpus diff.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92240"/>
            <a:ext cx="457200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800" b="0" i="0">
                <a:solidFill>
                  <a:srgbClr val="5F5F5F"/>
                </a:solidFill>
                <a:latin typeface="Aptos"/>
              </a:rPr>
              <a:t>spec-determinism 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45720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F5F5F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2900" b="1" i="0">
                <a:solidFill>
                  <a:srgbClr val="00796B"/>
                </a:solidFill>
                <a:latin typeface="Aptos Display"/>
              </a:rPr>
              <a:t>Example: Self-Recursive View Bug (caught by M4)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868680"/>
            <a:ext cx="11064240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5486400" cy="34747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700" b="1" i="0">
                <a:solidFill>
                  <a:srgbClr val="00796B"/>
                </a:solidFill>
                <a:latin typeface="Aptos"/>
              </a:rPr>
              <a:t>Problem: bare @ does not descend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700784"/>
            <a:ext cx="5486400" cy="2697480"/>
          </a:xfrm>
          <a:prstGeom prst="rect">
            <a:avLst/>
          </a:prstGeom>
          <a:solidFill>
            <a:srgbClr val="DA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64208"/>
            <a:ext cx="5486400" cy="2697480"/>
          </a:xfrm>
          <a:prstGeom prst="rect">
            <a:avLst/>
          </a:prstGeom>
          <a:solidFill>
            <a:srgbClr val="F1F1F6"/>
          </a:solidFill>
          <a:ln w="8890">
            <a:solidFill>
              <a:srgbClr val="BE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801368"/>
            <a:ext cx="5102352" cy="2496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pub struct PTDirView {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  entries: Seq&lt;Option&lt;PTDirView&gt;&gt;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}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impl View for PTDir {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  type V = PTDirView;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  fn view(&amp;self) -&gt; PTDirView {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    PTDirView { entries: self.entries@ }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    //                          ^^^^^^^^^^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    // type is Seq&lt;Option&lt;PTDir&gt;&gt;,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    // not Seq&lt;Option&lt;PTDirView&gt;&gt;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9632" y="1078992"/>
            <a:ext cx="5486400" cy="34747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700" b="1" i="0">
                <a:solidFill>
                  <a:srgbClr val="00796B"/>
                </a:solidFill>
                <a:latin typeface="Aptos"/>
              </a:rPr>
              <a:t>Fix: recurse view explicitly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6208" y="1700784"/>
            <a:ext cx="5486400" cy="2697480"/>
          </a:xfrm>
          <a:prstGeom prst="rect">
            <a:avLst/>
          </a:prstGeom>
          <a:solidFill>
            <a:srgbClr val="DA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664208"/>
            <a:ext cx="5486400" cy="2697480"/>
          </a:xfrm>
          <a:prstGeom prst="rect">
            <a:avLst/>
          </a:prstGeom>
          <a:solidFill>
            <a:srgbClr val="F1F1F6"/>
          </a:solidFill>
          <a:ln w="8890">
            <a:solidFill>
              <a:srgbClr val="BE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01368"/>
            <a:ext cx="5102352" cy="2496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fn view(&amp;self) -&gt; PTDirView {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  PTDirView {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    entries: self.entries@.map(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      |opt: Option&lt;PTDir&gt;|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        opt.map(|d| d.view())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    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}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// now Seq&lt;Option&lt;PTDirView&gt;&gt;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urier New"/>
              </a:rPr>
              <a:t>// matches the declared field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86200"/>
            <a:ext cx="10972800" cy="187451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- Why a bug: `self.entries@` only lifts the outer Vec to Seq;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  the inner PTDir stays in runtime form, so equal_T silently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  compares runtime PTDir instead of PTDirView (abstraction lost, no compile error).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- Detection: M4 compares the declared V field type (Seq&lt;Option&lt;PTDirView&gt;&gt;)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  against the type that `self.f@` actually produces (Seq&lt;Option&lt;PTDir&gt;&gt;);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  mismatch -&gt; reject the view.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- Fix: rewrite the body to map through the recursive slot,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  calling .view() on the inner PTDir so types line up.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5989320"/>
            <a:ext cx="9372600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1300" b="1" i="1">
                <a:solidFill>
                  <a:srgbClr val="00796B"/>
                </a:solidFill>
                <a:latin typeface="Aptos"/>
              </a:rPr>
              <a:t>M4 turns a silent type-mismatch (works at compile time, wrong at spec time) into a hard lint failure.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92240"/>
            <a:ext cx="457200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800" b="0" i="0">
                <a:solidFill>
                  <a:srgbClr val="5F5F5F"/>
                </a:solidFill>
                <a:latin typeface="Aptos"/>
              </a:rPr>
              <a:t>spec-determinism 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45720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F5F5F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2900" b="1" i="0">
                <a:solidFill>
                  <a:srgbClr val="00796B"/>
                </a:solidFill>
                <a:latin typeface="Aptos Display"/>
              </a:rPr>
              <a:t>A-1 Example: Missing Ghost View (atmosphere::range_alloc_and_map_io)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868680"/>
            <a:ext cx="11064240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5486400" cy="34747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700" b="1" i="0">
                <a:solidFill>
                  <a:srgbClr val="00796B"/>
                </a:solidFill>
                <a:latin typeface="Aptos"/>
              </a:rPr>
              <a:t>Before: Ghost not in registry -&gt; verus_error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700784"/>
            <a:ext cx="5486400" cy="2697480"/>
          </a:xfrm>
          <a:prstGeom prst="rect">
            <a:avLst/>
          </a:prstGeom>
          <a:solidFill>
            <a:srgbClr val="DA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64208"/>
            <a:ext cx="5486400" cy="2697480"/>
          </a:xfrm>
          <a:prstGeom prst="rect">
            <a:avLst/>
          </a:prstGeom>
          <a:solidFill>
            <a:srgbClr val="F1F1F6"/>
          </a:solidFill>
          <a:ln w="8890">
            <a:solidFill>
              <a:srgbClr val="BE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801368"/>
            <a:ext cx="5102352" cy="2496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// atmosphere/.../range_alloc_and_map_io.rs:2222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pub fn range_alloc_and_map_io(&amp;mut self,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    target: ProcPtr, va_range: &amp;VaRange4K,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) -&gt; (ret: (usize, Ghost&lt;Seq&lt;PagePtr&gt;&gt;))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  requires old(self).wf(), ...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  ensures  self.wf()  // other clauses commented out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// codegen: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equal(r1, r2) := r1.0 == r2.0 &amp;&amp; r1.1 == r2.1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// Ghost -&gt; UNKNOWN fallback -&gt; structural ==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// Verus refused: 'no equality on Ghost'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result: verus_error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9632" y="1078992"/>
            <a:ext cx="5486400" cy="34747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700" b="1" i="0">
                <a:solidFill>
                  <a:srgbClr val="00796B"/>
                </a:solidFill>
                <a:latin typeface="Aptos"/>
              </a:rPr>
              <a:t>After: register Ghost&lt;T&gt; -&gt; T view -&gt; witness shows 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6208" y="1700784"/>
            <a:ext cx="5486400" cy="2697480"/>
          </a:xfrm>
          <a:prstGeom prst="rect">
            <a:avLst/>
          </a:prstGeom>
          <a:solidFill>
            <a:srgbClr val="DA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664208"/>
            <a:ext cx="5486400" cy="2697480"/>
          </a:xfrm>
          <a:prstGeom prst="rect">
            <a:avLst/>
          </a:prstGeom>
          <a:solidFill>
            <a:srgbClr val="F1F1F6"/>
          </a:solidFill>
          <a:ln w="8890">
            <a:solidFill>
              <a:srgbClr val="BE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01368"/>
            <a:ext cx="5102352" cy="2496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equal((u1, g1), (u2, g2)) :=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  u1 == u2 &amp;&amp; (g1)@ == (g2)@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// Ghost branch strips wrapper -&gt; compares Seq&lt;PagePtr&gt;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z3 witness: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  r1 = (1, ghost(seq![PagePtr(0x1000)]))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  r2 = (1, ghost(seq![PagePtr(0x2000)]))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// both satisfy self.wf();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// ensures says nothing about which pages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result: ok_with_witness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  (real A-2 gap surfaced)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86200"/>
            <a:ext cx="10972800" cy="187451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- Problem (A-1): Ghost&lt;T&gt; had no entry in the view registry,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  so equal_T fell back to structural Ghost == Ghost,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  which Verus rejects -&gt; verus_error hides the determinism question.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- Fix: add a prelude rule Ghost&lt;T&gt; -&gt; T.view();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  equal_T now compares the inner Seq&lt;PagePtr&gt; view.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- Effect: tool stops crashing and exposes a real gap --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  ensures pins only self.wf(), nothing about which page sequence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  was allocated, so z3 finds two distinct PagePtr seqs.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5989320"/>
            <a:ext cx="9372600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1300" b="1" i="1">
                <a:solidFill>
                  <a:srgbClr val="00796B"/>
                </a:solidFill>
                <a:latin typeface="Aptos"/>
              </a:rPr>
              <a:t>Closing the Ghost-view gap turns a tool failure (A-1) into a legitimate spec-incompleteness witness (A-2).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92240"/>
            <a:ext cx="457200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800" b="0" i="0">
                <a:solidFill>
                  <a:srgbClr val="5F5F5F"/>
                </a:solidFill>
                <a:latin typeface="Aptos"/>
              </a:rPr>
              <a:t>spec-determinism 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45720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F5F5F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2900" b="1" i="0">
                <a:solidFill>
                  <a:srgbClr val="00796B"/>
                </a:solidFill>
                <a:latin typeface="Aptos Display"/>
              </a:rPr>
              <a:t>A-2 Follow-up: equal_T Too Strong After A-1 (same function)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868680"/>
            <a:ext cx="11064240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5486400" cy="34747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700" b="1" i="0">
                <a:solidFill>
                  <a:srgbClr val="00796B"/>
                </a:solidFill>
                <a:latin typeface="Aptos"/>
              </a:rPr>
              <a:t>Before A-2: ghost lifted, but compared element-wise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700784"/>
            <a:ext cx="5486400" cy="2697480"/>
          </a:xfrm>
          <a:prstGeom prst="rect">
            <a:avLst/>
          </a:prstGeom>
          <a:solidFill>
            <a:srgbClr val="DA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64208"/>
            <a:ext cx="5486400" cy="2697480"/>
          </a:xfrm>
          <a:prstGeom prst="rect">
            <a:avLst/>
          </a:prstGeom>
          <a:solidFill>
            <a:srgbClr val="F1F1F6"/>
          </a:solidFill>
          <a:ln w="8890">
            <a:solidFill>
              <a:srgbClr val="BE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801368"/>
            <a:ext cx="5102352" cy="2496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// after A-1: range_alloc_and_map_io equal_T is well-formed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equal((u1, g1), (u2, g2))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  := u1 == u2 &amp;&amp; (g1)@ == (g2)@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// Seq&lt;PagePtr&gt; compared element-wise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ensures only force:  self.wf()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(allocator may pick any free page)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z3 witness (classic A-2 signature):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  r1 = (1, ghost(seq![PagePtr(0x1000)]))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  r2 = (1, ghost(seq![PagePtr(0x2000)]))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  // |r1@| == |r2@| == 1; r1@ != r2@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result: ok_with_witness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9632" y="1078992"/>
            <a:ext cx="5486400" cy="34747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700" b="1" i="0">
                <a:solidFill>
                  <a:srgbClr val="00796B"/>
                </a:solidFill>
                <a:latin typeface="Aptos"/>
              </a:rPr>
              <a:t>After A-2: coarser det_view for allocator output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6208" y="1700784"/>
            <a:ext cx="5486400" cy="2697480"/>
          </a:xfrm>
          <a:prstGeom prst="rect">
            <a:avLst/>
          </a:prstGeom>
          <a:solidFill>
            <a:srgbClr val="DA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664208"/>
            <a:ext cx="5486400" cy="2697480"/>
          </a:xfrm>
          <a:prstGeom prst="rect">
            <a:avLst/>
          </a:prstGeom>
          <a:solidFill>
            <a:srgbClr val="F1F1F6"/>
          </a:solidFill>
          <a:ln w="8890">
            <a:solidFill>
              <a:srgbClr val="BE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01368"/>
            <a:ext cx="5102352" cy="2496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// view registry: physical pages -&gt; abstract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// page-frame state; allocator choice is opaque.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impl DetView for Ghost&lt;Seq&lt;PagePtr&gt;&gt; {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  spec fn det_view(g: Ghost&lt;Seq&lt;PagePtr&gt;&gt;)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    -&gt; Multiset&lt;PageSize&gt; {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    Multiset::from_seq((g)@.map(size_of))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}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equal((u1, g1), (u2, g2))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  := u1 == u2 &amp;&amp; det_view(g1) =~= det_view(g2)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z3: UNSAT  (same size-class multiset)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result: ok_without_witness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86200"/>
            <a:ext cx="10972800" cy="187451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- After A-1 unblocked Ghost handling, equal_T is well-formed but over-strong: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  it forces every PagePtr to match across runs, while ensures only pin self.wf().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  z3 reports the canonical A-2 signature -- same length, different elements.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- Two remediation paths for an A-2 witness: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    (1) user-side: strengthen ensures so the values are pinned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        (turns into A-1-real true positive);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    (2) tool-side: register a coarser det_view in the view registry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        that drops intentional allocator nondeterminism.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- Effect of path (2): the same function flips from ok_with_witness to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  ok_without_witness without rewriting any Verus proofs --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  the determinism graph just stops observing allocator-chosen page ids.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5989320"/>
            <a:ext cx="9372600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1300" b="1" i="1">
                <a:solidFill>
                  <a:srgbClr val="00796B"/>
                </a:solidFill>
                <a:latin typeface="Aptos"/>
              </a:rPr>
              <a:t>A-1 fixes the tool; A-2 aligns equal_T with the spec author's actual notion of 'same outcome'.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92240"/>
            <a:ext cx="457200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800" b="0" i="0">
                <a:solidFill>
                  <a:srgbClr val="5F5F5F"/>
                </a:solidFill>
                <a:latin typeface="Aptos"/>
              </a:rPr>
              <a:t>spec-determinism 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45720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F5F5F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2900" b="1" i="0">
                <a:solidFill>
                  <a:srgbClr val="00796B"/>
                </a:solidFill>
                <a:latin typeface="Aptos Display"/>
              </a:rPr>
              <a:t>A-3 Example: Nested Err Semantics (batch_lookup)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868680"/>
            <a:ext cx="11064240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5486400" cy="34747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700" b="1" i="0">
                <a:solidFill>
                  <a:srgbClr val="00796B"/>
                </a:solidFill>
                <a:latin typeface="Aptos"/>
              </a:rPr>
              <a:t>Before: structural Seq == Seq compares Err payloads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700784"/>
            <a:ext cx="5486400" cy="2697480"/>
          </a:xfrm>
          <a:prstGeom prst="rect">
            <a:avLst/>
          </a:prstGeom>
          <a:solidFill>
            <a:srgbClr val="DA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64208"/>
            <a:ext cx="5486400" cy="2697480"/>
          </a:xfrm>
          <a:prstGeom prst="rect">
            <a:avLst/>
          </a:prstGeom>
          <a:solidFill>
            <a:srgbClr val="F1F1F6"/>
          </a:solidFill>
          <a:ln w="8890">
            <a:solidFill>
              <a:srgbClr val="BE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801368"/>
            <a:ext cx="5102352" cy="2496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fn batch_lookup(...) -&gt; (r: Seq&lt;Result&lt;u32, MyErr&gt;&gt;)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  policy: errs_equivalent = true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// codegen emitted plain r1 == r2;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// SEQ branch fell through to structural ==,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// so Err payloads got compared byte-for-byte.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z3 witness (spurious):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  r1 = seq![Err(timeout), Err(parse)]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  r2 = seq![Err(parse),   Err(timeout)]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  // policy says these are equivalent,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  // but r1 != r2 structurally -&gt; witness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9632" y="1078992"/>
            <a:ext cx="5486400" cy="34747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700" b="1" i="0">
                <a:solidFill>
                  <a:srgbClr val="00796B"/>
                </a:solidFill>
                <a:latin typeface="Aptos"/>
              </a:rPr>
              <a:t>After: elementwise Result eq + policy collapse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6208" y="1700784"/>
            <a:ext cx="5486400" cy="2697480"/>
          </a:xfrm>
          <a:prstGeom prst="rect">
            <a:avLst/>
          </a:prstGeom>
          <a:solidFill>
            <a:srgbClr val="DA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664208"/>
            <a:ext cx="5486400" cy="2697480"/>
          </a:xfrm>
          <a:prstGeom prst="rect">
            <a:avLst/>
          </a:prstGeom>
          <a:solidFill>
            <a:srgbClr val="F1F1F6"/>
          </a:solidFill>
          <a:ln w="8890">
            <a:solidFill>
              <a:srgbClr val="BE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01368"/>
            <a:ext cx="5102352" cy="2496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equal(r1, r2) :=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  r1.len() == r2.len()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  &amp;&amp; forall |i: int| 0 &lt;= i &lt; r1.len() ==&gt;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       match (r1[i], r2[i]) {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         (Ok(a), Ok(b))     =&gt; a == b,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         (Err(_), Err(_))   =&gt; true,  // policy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         _                  =&gt; false,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       }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on r1, r2 above: all i match (Err, Err) -&gt; true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z3: UNSAT  -&gt;  result: ok_without_witness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86200"/>
            <a:ext cx="10972800" cy="187451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- Problem (A-3): TypeKind.SEQ was in the primitive-`==` list,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  so Seq&lt;Result&lt;U, Err&gt;&gt; compared Err byte-for-byte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  even though policy declared errs_equivalent = true.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- Fix: new helpers _contains_result / _container_needs_elementwise;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  explicit SEQ branch emits len== + forall element-eq when element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  contains Result and the policy collapses Err. Same fix for Map values.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- Effect: Err-payload noise no longer blocks the tool;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  Ok-side incompleteness becomes visible -- e.g., r1=[Ok(1)] vs r2=[Ok(2)] still SAT (real A-2).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5989320"/>
            <a:ext cx="9372600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1300" b="1" i="1">
                <a:solidFill>
                  <a:srgbClr val="00796B"/>
                </a:solidFill>
                <a:latin typeface="Aptos"/>
              </a:rPr>
              <a:t>A-3 fixed by recursing equality through Seq/Map containers and honouring the policy at the leaf Result node.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92240"/>
            <a:ext cx="457200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800" b="0" i="0">
                <a:solidFill>
                  <a:srgbClr val="5F5F5F"/>
                </a:solidFill>
                <a:latin typeface="Aptos"/>
              </a:rPr>
              <a:t>spec-determinism 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45720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F5F5F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2900" b="1" i="0">
                <a:solidFill>
                  <a:srgbClr val="00796B"/>
                </a:solidFill>
                <a:latin typeface="Aptos Display"/>
              </a:rPr>
              <a:t>True Positive: Under-Constrained Ensures (CommitMask::next_run)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868680"/>
            <a:ext cx="11064240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5486400" cy="34747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700" b="1" i="0">
                <a:solidFill>
                  <a:srgbClr val="00796B"/>
                </a:solidFill>
                <a:latin typeface="Aptos"/>
              </a:rPr>
              <a:t>Spec: only pins 'the run is committed', not which 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700784"/>
            <a:ext cx="5486400" cy="2697480"/>
          </a:xfrm>
          <a:prstGeom prst="rect">
            <a:avLst/>
          </a:prstGeom>
          <a:solidFill>
            <a:srgbClr val="DA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64208"/>
            <a:ext cx="5486400" cy="2697480"/>
          </a:xfrm>
          <a:prstGeom prst="rect">
            <a:avLst/>
          </a:prstGeom>
          <a:solidFill>
            <a:srgbClr val="F1F1F6"/>
          </a:solidFill>
          <a:ln w="8890">
            <a:solidFill>
              <a:srgbClr val="BE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801368"/>
            <a:ext cx="5102352" cy="2496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pub fn next_run(&amp;self, idx: usize)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  -&gt; (res: (usize, usize))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  requires 0 &lt;= idx &lt; COMMIT_MASK_BITS,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  ensures ({ let (next_idx, count) = res;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    next_idx + count &lt;= COMMIT_MASK_BITS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    &amp;&amp; forall |t| next_idx &lt;= t &lt; next_idx + count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         ==&gt; self@.contains(t)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  })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// missing: count must be MAXIMAL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// missing: next_idx must be the FIRST run &gt;= idx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// missing: lower bound count &gt; 0 unless no run exists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9632" y="1078992"/>
            <a:ext cx="5486400" cy="34747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700" b="1" i="0">
                <a:solidFill>
                  <a:srgbClr val="00796B"/>
                </a:solidFill>
                <a:latin typeface="Aptos"/>
              </a:rPr>
              <a:t>Witness: two outputs satisfy the same ensures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6208" y="1700784"/>
            <a:ext cx="5486400" cy="2697480"/>
          </a:xfrm>
          <a:prstGeom prst="rect">
            <a:avLst/>
          </a:prstGeom>
          <a:solidFill>
            <a:srgbClr val="DA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664208"/>
            <a:ext cx="5486400" cy="2697480"/>
          </a:xfrm>
          <a:prstGeom prst="rect">
            <a:avLst/>
          </a:prstGeom>
          <a:solidFill>
            <a:srgbClr val="F1F1F6"/>
          </a:solidFill>
          <a:ln w="8890">
            <a:solidFill>
              <a:srgbClr val="BE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01368"/>
            <a:ext cx="5102352" cy="2496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assume self@ = {0, 1, 2, 3}, idx = 0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candidate r1 = (0, 0)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  forall |t| 0 &lt;= t &lt; 0 -&gt; contains(t)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  vacuously true   -&gt; ensures holds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candidate r2 = (0, 4)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  forall |t| 0 &lt;= t &lt; 4 -&gt; contains(t)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  {0,1,2,3} all present -&gt; ensures holds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ensures(r1) /\ ensures(r2) /\ r1 != r2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  -&gt; determinism fails, real witness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86200"/>
            <a:ext cx="10972800" cy="187451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- Tool stack is correct: equal_T = tuple struct ==,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  view registry already has CommitMask -&gt; Set&lt;int&gt;;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  the gap is in the spec -- it never says which run is returned.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- Source comments (commit_mask.rs:88-90) already flag the missing clauses;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  the tool surfaced a latent ambiguity, not a tool bug.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- Fix path: hand the witness back to the spec author.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  Add 'count is maximal' + 'no committed bit in [idx, next_idx)'.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5989320"/>
            <a:ext cx="9372600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1300" b="1" i="1">
                <a:solidFill>
                  <a:srgbClr val="00796B"/>
                </a:solidFill>
                <a:latin typeface="Aptos"/>
              </a:rPr>
              <a:t>True positive: a real determinism gap that the spec author must close -- not a tool or codegen artefact.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92240"/>
            <a:ext cx="457200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800" b="0" i="0">
                <a:solidFill>
                  <a:srgbClr val="5F5F5F"/>
                </a:solidFill>
                <a:latin typeface="Aptos"/>
              </a:rPr>
              <a:t>spec-determinism 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45720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F5F5F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2900" b="1" i="0">
                <a:solidFill>
                  <a:srgbClr val="00796B"/>
                </a:solidFill>
                <a:latin typeface="Aptos Display"/>
              </a:rPr>
              <a:t>Corpus Numbers: Baseline -&gt; Now -&gt; Remaining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868680"/>
            <a:ext cx="11064240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10972800" cy="34747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700" b="1" i="0">
                <a:solidFill>
                  <a:srgbClr val="00796B"/>
                </a:solidFill>
                <a:latin typeface="Aptos"/>
              </a:rPr>
              <a:t>Buckets (status x assumes)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1700784"/>
            <a:ext cx="10972800" cy="868680"/>
          </a:xfrm>
          <a:prstGeom prst="rect">
            <a:avLst/>
          </a:prstGeom>
          <a:solidFill>
            <a:srgbClr val="DA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64208"/>
            <a:ext cx="10972800" cy="868680"/>
          </a:xfrm>
          <a:prstGeom prst="rect">
            <a:avLst/>
          </a:prstGeom>
          <a:solidFill>
            <a:srgbClr val="F1F1F6"/>
          </a:solidFill>
          <a:ln w="8890">
            <a:solidFill>
              <a:srgbClr val="BEBE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01368"/>
            <a:ext cx="10588752" cy="6675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ok_without_witness = status==ok &amp;&amp; assumes==[]   (clean determinism proof; our target)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ok_with_witness    = status==ok &amp;&amp; assumes!=[]   (A-2 false positive: spec ok, equal_T over-specifies)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urier New"/>
              </a:rPr>
              <a:t>verus_error        = generated obligation rejected by Verus       (A-1 tool failure)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057400"/>
          <a:ext cx="109728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2468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Bucket</a:t>
                      </a:r>
                    </a:p>
                  </a:txBody>
                  <a:tcPr>
                    <a:solidFill>
                      <a:srgbClr val="0079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Axis</a:t>
                      </a:r>
                    </a:p>
                  </a:txBody>
                  <a:tcPr>
                    <a:solidFill>
                      <a:srgbClr val="0079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Baseline (42c1248, 04-29)</a:t>
                      </a:r>
                    </a:p>
                  </a:txBody>
                  <a:tcPr>
                    <a:solidFill>
                      <a:srgbClr val="0079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Now (33bd09a, 05-11)</a:t>
                      </a:r>
                    </a:p>
                  </a:txBody>
                  <a:tcPr>
                    <a:solidFill>
                      <a:srgbClr val="0079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Delta</a:t>
                      </a:r>
                    </a:p>
                  </a:txBody>
                  <a:tcPr>
                    <a:solidFill>
                      <a:srgbClr val="0079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Still to fix</a:t>
                      </a:r>
                    </a:p>
                  </a:txBody>
                  <a:tcPr>
                    <a:solidFill>
                      <a:srgbClr val="00796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ok_without_witness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-- (target)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1079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1090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+11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--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ok_with_witness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A-2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376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366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366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verus_error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A-1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191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190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-1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190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1647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1647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556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352044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254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Project (baseline)</a:t>
                      </a:r>
                    </a:p>
                  </a:txBody>
                  <a:tcPr>
                    <a:solidFill>
                      <a:srgbClr val="0079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n</a:t>
                      </a:r>
                    </a:p>
                  </a:txBody>
                  <a:tcPr>
                    <a:solidFill>
                      <a:srgbClr val="0079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ok_with_witness (A-2)</a:t>
                      </a:r>
                    </a:p>
                  </a:txBody>
                  <a:tcPr>
                    <a:solidFill>
                      <a:srgbClr val="0079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verus_error (A-1)</a:t>
                      </a:r>
                    </a:p>
                  </a:txBody>
                  <a:tcPr>
                    <a:solidFill>
                      <a:srgbClr val="0079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Wins so far</a:t>
                      </a:r>
                    </a:p>
                  </a:txBody>
                  <a:tcPr>
                    <a:solidFill>
                      <a:srgbClr val="00796B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atmosphere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1363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289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1 (PageMap)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ironkv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1 (Constants)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memory-allocator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16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8 (CommitMask cohort)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nrkernel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1 (ArchExec)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vest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anvil-library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E8F7F4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1647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376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191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D2D2D"/>
                          </a:solidFill>
                          <a:latin typeface="Aptos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417320" y="5989320"/>
            <a:ext cx="9372600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1300" b="1" i="1">
                <a:solidFill>
                  <a:srgbClr val="00796B"/>
                </a:solidFill>
                <a:latin typeface="Aptos"/>
              </a:rPr>
              <a:t>11 wins locked in; 366 A-2 + 190 A-1 remain. Active view-registry rerun (4eb7376, atmosphere 944/1363) targets A-1 toward ~130.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92240"/>
            <a:ext cx="457200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800" b="0" i="0">
                <a:solidFill>
                  <a:srgbClr val="5F5F5F"/>
                </a:solidFill>
                <a:latin typeface="Aptos"/>
              </a:rPr>
              <a:t>spec-determinism 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45720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F5F5F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972800" cy="50292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2900" b="1" i="0">
                <a:solidFill>
                  <a:srgbClr val="00796B"/>
                </a:solidFill>
                <a:latin typeface="Aptos Display"/>
              </a:rPr>
              <a:t>Next: Drive ok_with_witness and verus_error to Zero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868680"/>
            <a:ext cx="11064240" cy="228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972800" cy="4754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2D2D2D"/>
                </a:solidFill>
                <a:latin typeface="Aptos"/>
              </a:rPr>
              <a:t>- Core plan: walk every remaining ok_with_witness and verus_error,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D2D2D"/>
                </a:solidFill>
                <a:latin typeface="Aptos"/>
              </a:rPr>
              <a:t>  until both columns are exhausted.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D2D2D"/>
                </a:solidFill>
                <a:latin typeface="Aptos"/>
              </a:rPr>
              <a:t>- 366 ok_with_witness (A-2): for each, run the FP-B litmus (z3 probe with view-aligned narrows).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D2D2D"/>
                </a:solidFill>
                <a:latin typeface="Aptos"/>
              </a:rPr>
              <a:t>    - UNSAT under view-aligned narrows -&gt; codegen FP, fix by view-lifting equal_T.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D2D2D"/>
                </a:solidFill>
                <a:latin typeface="Aptos"/>
              </a:rPr>
              <a:t>    - SAT survives -&gt; real spec incompleteness, surface to spec author.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D2D2D"/>
                </a:solidFill>
                <a:latin typeface="Aptos"/>
              </a:rPr>
              <a:t>- 190 verus_error (A-1): classify each obligation by failure shape and clear the registry hole.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D2D2D"/>
                </a:solidFill>
                <a:latin typeface="Aptos"/>
              </a:rPr>
              <a:t>    - missing wrapper view (Ghost/Tracked/PointsTo) -&gt; add prelude rule.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D2D2D"/>
                </a:solidFill>
                <a:latin typeface="Aptos"/>
              </a:rPr>
              <a:t>    - opaque / external_body type -&gt; add a view or skip with a logged reason.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D2D2D"/>
                </a:solidFill>
                <a:latin typeface="Aptos"/>
              </a:rPr>
              <a:t>    - newtype-of-usize / type alias -&gt; finish L2 unwrap.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D2D2D"/>
                </a:solidFill>
                <a:latin typeface="Aptos"/>
              </a:rPr>
              <a:t>- Supporting work: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D2D2D"/>
                </a:solidFill>
                <a:latin typeface="Aptos"/>
              </a:rPr>
              <a:t>    - implement FP-B codegen fix (recursive view-lift through nested type_args).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D2D2D"/>
                </a:solidFill>
                <a:latin typeface="Aptos"/>
              </a:rPr>
              <a:t>    - finish the in-flight view-registry rerun (atmosphere 944/1363) and lock in the new baseline.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D2D2D"/>
                </a:solidFill>
                <a:latin typeface="Aptos"/>
              </a:rPr>
              <a:t>    - retry the quarantined L4 views after M1-M4 + critic are strict enough.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457200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800" b="0" i="0">
                <a:solidFill>
                  <a:srgbClr val="5F5F5F"/>
                </a:solidFill>
                <a:latin typeface="Aptos"/>
              </a:rPr>
              <a:t>spec-determinism Phase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457200" cy="2011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F5F5F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